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examples/game-balance/game-balance.ro @ db97ec88962bbbaa66cf042a90aa407f3b165ef6
- examples/game-balance/README.md — Model / Analysis Query result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examples/game-balance/game-balance.ro @ db97ec88962bbbaa66cf042a90aa407f3b165ef6
- Issue #163 research fixture desired behavior: adapter-behavior:live-evidence-hover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apter:title"/>
          <p:cNvSpPr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balance facts stay linked</a:t>
            </a:r>
            <a:endParaRPr lang="en-US" sz="3500" dirty="0"/>
          </a:p>
        </p:txBody>
      </p:sp>
      <p:sp>
        <p:nvSpPr>
          <p:cNvPr id="3" name="adapter:title-rule"/>
          <p:cNvSpPr/>
          <p:nvPr/>
        </p:nvSpPr>
        <p:spPr>
          <a:xfrm>
            <a:off x="685800" y="1298448"/>
            <a:ext cx="10789920" cy="0"/>
          </a:xfrm>
          <a:prstGeom prst="line">
            <a:avLst/>
          </a:prstGeom>
          <a:noFill/>
          <a:ln w="12700">
            <a:solidFill>
              <a:srgbClr val="B8BCC4"/>
            </a:solidFill>
            <a:prstDash val="solid"/>
          </a:ln>
        </p:spPr>
      </p:sp>
      <p:sp>
        <p:nvSpPr>
          <p:cNvPr id="4" name="adapter:metric-value"/>
          <p:cNvSpPr/>
          <p:nvPr/>
        </p:nvSpPr>
        <p:spPr>
          <a:xfrm>
            <a:off x="685800" y="182880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DPS</a:t>
            </a:r>
            <a:endParaRPr lang="en-US" sz="5400" dirty="0"/>
          </a:p>
        </p:txBody>
      </p:sp>
      <p:sp>
        <p:nvSpPr>
          <p:cNvPr id="5" name="adapter:metric-label"/>
          <p:cNvSpPr/>
          <p:nvPr/>
        </p:nvSpPr>
        <p:spPr>
          <a:xfrm>
            <a:off x="685800" y="29260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 Sword DPS</a:t>
            </a:r>
            <a:endParaRPr lang="en-US" sz="2400" dirty="0"/>
          </a:p>
        </p:txBody>
      </p:sp>
      <p:sp>
        <p:nvSpPr>
          <p:cNvPr id="6" name="adapter:claim-text"/>
          <p:cNvSpPr/>
          <p:nvPr/>
        </p:nvSpPr>
        <p:spPr>
          <a:xfrm>
            <a:off x="4709160" y="187452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reviewed Iron Sword clears the 35-damage selection threshold at 40 DPS.</a:t>
            </a:r>
            <a:endParaRPr lang="en-US" sz="2400" dirty="0"/>
          </a:p>
        </p:txBody>
      </p:sp>
      <p:sp>
        <p:nvSpPr>
          <p:cNvPr id="7" name="adapter:citation-footer"/>
          <p:cNvSpPr/>
          <p:nvPr/>
        </p:nvSpPr>
        <p:spPr>
          <a:xfrm>
            <a:off x="685800" y="598932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examples/game-balance/README.md — Model / Analysis Query result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apter:limitation-title"/>
          <p:cNvSpPr/>
          <p:nvPr/>
        </p:nvSpPr>
        <p:spPr>
          <a:xfrm>
            <a:off x="68580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freezes live evidence into a static snapshot</a:t>
            </a:r>
            <a:endParaRPr lang="en-US" sz="3500" dirty="0"/>
          </a:p>
        </p:txBody>
      </p:sp>
      <p:sp>
        <p:nvSpPr>
          <p:cNvPr id="3" name="adapter:limitation-rule"/>
          <p:cNvSpPr/>
          <p:nvPr/>
        </p:nvSpPr>
        <p:spPr>
          <a:xfrm>
            <a:off x="685800" y="1298448"/>
            <a:ext cx="10789920" cy="0"/>
          </a:xfrm>
          <a:prstGeom prst="line">
            <a:avLst/>
          </a:prstGeom>
          <a:noFill/>
          <a:ln w="12700">
            <a:solidFill>
              <a:srgbClr val="B8BCC4"/>
            </a:solidFill>
            <a:prstDash val="solid"/>
          </a:ln>
        </p:spPr>
      </p:sp>
      <p:sp>
        <p:nvSpPr>
          <p:cNvPr id="4" name="adapter:limitation-desired-heading"/>
          <p:cNvSpPr/>
          <p:nvPr/>
        </p:nvSpPr>
        <p:spPr>
          <a:xfrm>
            <a:off x="685800" y="1828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Desired behavior</a:t>
            </a:r>
            <a:endParaRPr lang="en-US" sz="2400" dirty="0"/>
          </a:p>
        </p:txBody>
      </p:sp>
      <p:sp>
        <p:nvSpPr>
          <p:cNvPr id="5" name="adapter:limitation-desired-body"/>
          <p:cNvSpPr/>
          <p:nvPr/>
        </p:nvSpPr>
        <p:spPr>
          <a:xfrm>
            <a:off x="685800" y="237744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viewer can inspect live per-fragment evidence and query lineage without leaving the rendered artifact.</a:t>
            </a:r>
            <a:endParaRPr lang="en-US" sz="2000" dirty="0"/>
          </a:p>
        </p:txBody>
      </p:sp>
      <p:sp>
        <p:nvSpPr>
          <p:cNvPr id="6" name="adapter:limitation-realized-heading"/>
          <p:cNvSpPr/>
          <p:nvPr/>
        </p:nvSpPr>
        <p:spPr>
          <a:xfrm>
            <a:off x="6583680" y="1828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realization</a:t>
            </a:r>
            <a:endParaRPr lang="en-US" sz="2400" dirty="0"/>
          </a:p>
        </p:txBody>
      </p:sp>
      <p:sp>
        <p:nvSpPr>
          <p:cNvPr id="7" name="adapter:limitation-realized-body"/>
          <p:cNvSpPr/>
          <p:nvPr/>
        </p:nvSpPr>
        <p:spPr>
          <a:xfrm>
            <a:off x="6583680" y="237744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visible citation plus speaker-note sources. Live evidence inspection and query refresh are unavailable.</a:t>
            </a:r>
            <a:endParaRPr lang="en-US" sz="2000" dirty="0"/>
          </a:p>
        </p:txBody>
      </p:sp>
      <p:sp>
        <p:nvSpPr>
          <p:cNvPr id="8" name="adapter:limitation-boundary"/>
          <p:cNvSpPr/>
          <p:nvPr/>
        </p:nvSpPr>
        <p:spPr>
          <a:xfrm>
            <a:off x="685800" y="4983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loss stays in adapter evidence; it does not create presentation semantics.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Tachiko 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Moonfall reviewed balance projection</dc:title>
  <dc:subject>Non-authoritative PPTX projection provenance experiment</dc:subject>
  <dc:creator>Tachiko Work Issue #163 research probe</dc:creator>
  <cp:lastModifiedBy>Tachiko Work Issue #163 research probe</cp:lastModifiedBy>
  <cp:revision>1</cp:revision>
  <dcterms:created xsi:type="dcterms:W3CDTF">2026-08-30T23:20:17Z</dcterms:created>
  <dcterms:modified xsi:type="dcterms:W3CDTF">2026-08-30T23:20:17Z</dcterms:modified>
</cp:coreProperties>
</file>